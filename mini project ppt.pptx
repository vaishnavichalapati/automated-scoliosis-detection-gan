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790" y="1593850"/>
            <a:ext cx="8792210" cy="1916430"/>
          </a:xfrm>
        </p:spPr>
        <p:txBody>
          <a:bodyPr>
            <a:normAutofit/>
          </a:bodyPr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DREAM 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4460" y="3776980"/>
            <a:ext cx="5798185" cy="2455545"/>
          </a:xfrm>
        </p:spPr>
        <p:txBody>
          <a:bodyPr>
            <a:normAutofit/>
          </a:bodyPr>
          <a:lstStyle/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Name:Mrs.Ramya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1:K.Reetwika(22UP1A1231)</a:t>
            </a:r>
          </a:p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2:K.Sneha Latha(22UP1A1232)</a:t>
            </a:r>
          </a:p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3:D.Krishna Sri(22UP1A1220)</a:t>
            </a:r>
          </a:p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4:Ch.Laxmi Vaishnavi(22UP1A1211)</a:t>
            </a:r>
          </a:p>
          <a:p>
            <a:pPr algn="l"/>
            <a:endParaRPr lang="en-IN" altLang="en-US" dirty="0"/>
          </a:p>
        </p:txBody>
      </p:sp>
      <p:pic>
        <p:nvPicPr>
          <p:cNvPr id="4" name="Picture 3" descr="WhatsApp Image 2024-10-15 at 10.01.42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55" y="190500"/>
            <a:ext cx="8462010" cy="13138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1580"/>
          </a:xfrm>
          <a:ln>
            <a:noFill/>
          </a:ln>
        </p:spPr>
        <p:txBody>
          <a:bodyPr/>
          <a:lstStyle/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180" y="1419225"/>
            <a:ext cx="10055225" cy="4986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Dreams are a universal human experience, but their meanings and                 symbolism can be difficult to understand. Current methods for recording and analyzing dreams are manual and subjective, leading to incomplete and inaccurate interpretations.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AI-based dream visualizer that uses natural language processing (NLP), generative AI, LLM and computer vision to record, analyze, and visualize dreams. The system aims to provide a more accurate and comprehensive understanding of dreams and their symbolism.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Dreams are often abstract, strange, or hard to describe in words, so this tool helps bring those dream details to life through visuals.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helps turn abstract or surreal dreams into something visual and tangible. It lets people explore their dreams in a new way, maybe even helping to understand them better.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TABLE: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7214060"/>
              </p:ext>
            </p:extLst>
          </p:nvPr>
        </p:nvGraphicFramePr>
        <p:xfrm>
          <a:off x="659958" y="1383526"/>
          <a:ext cx="1090919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20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/>
                        <a:t>Year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/>
                        <a:t>Author(s)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/>
                        <a:t>         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/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/>
                        <a:t>Limitations</a:t>
                      </a:r>
                    </a:p>
                    <a:p>
                      <a:pPr>
                        <a:buNone/>
                      </a:pPr>
                      <a:endParaRPr lang="en-IN" altLang="en-US" dirty="0"/>
                    </a:p>
                    <a:p>
                      <a:pPr>
                        <a:buNone/>
                      </a:pPr>
                      <a:endParaRPr lang="en-IN" altLang="en-US" dirty="0"/>
                    </a:p>
                    <a:p>
                      <a:pPr>
                        <a:buNone/>
                      </a:pPr>
                      <a:endParaRPr lang="en-I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3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Kelsey T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Herrington J</a:t>
                      </a: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dirty="0"/>
                        <a:t>Bulkeley K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Dream Recording with Brain-Computer Interface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for Dream Interpretation and Visualization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/>
                        <a:t>Future Models of AI-Enhanced Dream Research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Brain-Machine Interfaces &amp; AI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da-DK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GANs for image generation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/>
                        <a:t>Review of AI in dream research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troduced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methods for dream recording through neural interfaces.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NLP for symbolic dream interpretation and GANs for visualization.</a:t>
                      </a:r>
                    </a:p>
                    <a:p>
                      <a:pPr>
                        <a:buNone/>
                      </a:pP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/>
                        <a:t>Examined AI's role in future dream research and visualization.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accuracy and ethical concerns.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personalization and user control.</a:t>
                      </a:r>
                    </a:p>
                    <a:p>
                      <a:pPr>
                        <a:buNone/>
                      </a:pP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dirty="0"/>
                        <a:t>Ethical issues and lack of validation.</a:t>
                      </a:r>
                      <a:endParaRPr lang="en-I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are based on AI models that focus on symbolic dream interpretation, NLP for text analysis, or image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Dream Interpretation 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models like GPT-3 analyze the symbolic content of dreams but do not visualize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GANs in Image Generation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GANs have been used for generating abstract imagery, but integrating these with dream descriptions for personal and symbolic visualization is still under research.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Dream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platforms use AR and VR to interact with dream visuals, but these systems lack detailed, AI-generated content.</a:t>
            </a:r>
          </a:p>
          <a:p>
            <a:pPr marL="0" indent="0">
              <a:buNone/>
            </a:pPr>
            <a:endParaRPr lang="en-I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Dream Recording: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speech recognition and NLP to record dreams accurately and efficiently.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Dream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Employs machine learning algorithms to analyze dream content, identify patterns, and provide insights into symbolism.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Dream Visualization: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computer vision to create customized, interactive visualizations of dreams, enhancing user understanding and engagement.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Wearable Devices: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Seamlessly integrates with popular sleep tracking devices to collect sleep data and provide a comprehensive view of dreams and sleep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Machine Learning Frameworks -</a:t>
            </a:r>
          </a:p>
          <a:p>
            <a:pPr marL="0" indent="0"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Diffusion/GANs : For text-to-image generation.  </a:t>
            </a:r>
          </a:p>
          <a:p>
            <a:pPr marL="0" indent="0"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: For understanding dream descriptions and mapping them to images. </a:t>
            </a: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 -</a:t>
            </a:r>
          </a:p>
          <a:p>
            <a:pPr marL="0" indent="0">
              <a:buNone/>
            </a:pPr>
            <a:r>
              <a:rPr lang="en-US" altLang="en-US" dirty="0"/>
              <a:t>Python 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language for AI development.</a:t>
            </a: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Databases-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</a:t>
            </a:r>
            <a:r>
              <a:rPr lang="en-US" altLang="en-US" dirty="0"/>
              <a:t>	</a:t>
            </a:r>
            <a:endParaRPr lang="en-I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HARDWARE REQUIREMENTS: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CPU: Intel Xeon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RAM: 16 GB - 64 GB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Storage: 512 GB - 2 TB SSD </a:t>
            </a:r>
          </a:p>
          <a:p>
            <a:pPr marL="0" indent="0">
              <a:buNone/>
            </a:pPr>
            <a:r>
              <a:rPr lang="en-IN" altLang="en-US" dirty="0"/>
              <a:t>3.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IN" altLang="en-US" dirty="0"/>
              <a:t>  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-Windows Server</a:t>
            </a:r>
          </a:p>
          <a:p>
            <a:pPr marL="0" indent="0">
              <a:buNone/>
            </a:pPr>
            <a:r>
              <a:rPr lang="en-IN" altLang="en-US" dirty="0"/>
              <a:t>4.</a:t>
            </a: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</a:p>
          <a:p>
            <a:pPr marL="0" indent="0"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-High-Resolution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9*417"/>
  <p:tag name="TABLE_ENDDRAG_RECT" val="66*109*789*41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591</Words>
  <Application>Microsoft Office PowerPoint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AI BASED DREAM VISUALIZER</vt:lpstr>
      <vt:lpstr>PROBLEM STATEMENT:</vt:lpstr>
      <vt:lpstr>INTRODUCTION:</vt:lpstr>
      <vt:lpstr>LITERATURE TABLE:</vt:lpstr>
      <vt:lpstr>EXISTING SYSTEM:</vt:lpstr>
      <vt:lpstr>PROPOSED SYSTEM:</vt:lpstr>
      <vt:lpstr>SOFTWARE REQUIREMENTS:</vt:lpstr>
      <vt:lpstr>HARDWARE REQUIREMENTS: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IMAGE GENERATOR (Web application)</dc:title>
  <dc:creator>vmtw</dc:creator>
  <cp:lastModifiedBy>Vaishnavi Chalapati</cp:lastModifiedBy>
  <cp:revision>6</cp:revision>
  <dcterms:created xsi:type="dcterms:W3CDTF">2024-10-16T08:53:00Z</dcterms:created>
  <dcterms:modified xsi:type="dcterms:W3CDTF">2025-02-18T07:41:55Z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E9EC90A5DB3242378B64D5B2E72AC49D_11</vt:lpwstr>
  </property>
  <property fmtid="{D5CDD505-2E9C-101B-9397-08002B2CF9AE}" pid="3" name="KSOProductBuildVer">
    <vt:lpwstr>1033-12.2.0.18586</vt:lpwstr>
  </property>
</Properties>
</file>